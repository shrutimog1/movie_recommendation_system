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664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93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16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57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04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91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29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64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36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1204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61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592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074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39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87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4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dirty="0"/>
              <a:t>Movie Recommendation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8640" y="4925906"/>
            <a:ext cx="5826719" cy="1096899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By Shruti Suresh Mogaveera</a:t>
            </a:r>
            <a:endParaRPr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4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Online platforms provide thousands of movies</a:t>
            </a:r>
          </a:p>
          <a:p>
            <a:r>
              <a:rPr sz="2400" dirty="0"/>
              <a:t>Users face difficulty choosing relevant movies</a:t>
            </a:r>
          </a:p>
          <a:p>
            <a:r>
              <a:rPr sz="2400" dirty="0"/>
              <a:t>Recommendation systems help users discover similar content</a:t>
            </a:r>
          </a:p>
          <a:p>
            <a:r>
              <a:rPr sz="2400" dirty="0"/>
              <a:t>This project builds a content-based movie recommendation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400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Large movie collections make selection difficult</a:t>
            </a:r>
          </a:p>
          <a:p>
            <a:r>
              <a:rPr sz="2800" dirty="0"/>
              <a:t>Manual searching is time-consuming</a:t>
            </a:r>
          </a:p>
          <a:p>
            <a:r>
              <a:rPr sz="2800" dirty="0"/>
              <a:t>Users need personalized movie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400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To build a movie recommendation system</a:t>
            </a:r>
          </a:p>
          <a:p>
            <a:r>
              <a:rPr sz="2800" dirty="0"/>
              <a:t>To analyze movie data and genres</a:t>
            </a:r>
          </a:p>
          <a:p>
            <a:r>
              <a:rPr sz="2800" dirty="0"/>
              <a:t>To recommend similar movies based on content</a:t>
            </a:r>
          </a:p>
          <a:p>
            <a:r>
              <a:rPr sz="2800" dirty="0"/>
              <a:t>To use machine learning techniques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800"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Dataset used: movies.csv</a:t>
            </a:r>
          </a:p>
          <a:p>
            <a:r>
              <a:rPr sz="2400" dirty="0"/>
              <a:t>Contains movie titles and genres</a:t>
            </a:r>
          </a:p>
          <a:p>
            <a:r>
              <a:rPr sz="2400" dirty="0"/>
              <a:t>Attributes: </a:t>
            </a:r>
            <a:r>
              <a:rPr sz="2400" dirty="0" err="1"/>
              <a:t>movieId</a:t>
            </a:r>
            <a:r>
              <a:rPr sz="2400" dirty="0"/>
              <a:t>, title, genres</a:t>
            </a:r>
          </a:p>
          <a:p>
            <a:r>
              <a:rPr sz="2400" dirty="0"/>
              <a:t>Used for content-based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400"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Programming Language: Python</a:t>
            </a:r>
          </a:p>
          <a:p>
            <a:r>
              <a:rPr sz="2400" dirty="0"/>
              <a:t>Development Environment: Google </a:t>
            </a:r>
            <a:r>
              <a:rPr sz="2400" dirty="0" err="1"/>
              <a:t>Colab</a:t>
            </a:r>
            <a:endParaRPr sz="2400" dirty="0"/>
          </a:p>
          <a:p>
            <a:r>
              <a:rPr sz="2400" dirty="0"/>
              <a:t>Libraries: Pandas, NumPy, Scikit-learn</a:t>
            </a:r>
          </a:p>
          <a:p>
            <a:r>
              <a:rPr sz="2400" dirty="0"/>
              <a:t>Version Control: 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400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Load and preprocess movie dataset</a:t>
            </a:r>
          </a:p>
          <a:p>
            <a:r>
              <a:rPr sz="2400" dirty="0"/>
              <a:t>Combine title and genre features</a:t>
            </a:r>
          </a:p>
          <a:p>
            <a:r>
              <a:rPr sz="2400" dirty="0"/>
              <a:t>Apply TF-IDF vectorization</a:t>
            </a:r>
          </a:p>
          <a:p>
            <a:r>
              <a:rPr sz="2400" dirty="0"/>
              <a:t>Compute cosine similarity</a:t>
            </a:r>
          </a:p>
          <a:p>
            <a:r>
              <a:rPr sz="2400" dirty="0"/>
              <a:t>Generate movie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400" dirty="0"/>
              <a:t>Algorithm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TF-IDF (Term Frequency–Inverse Document Frequency)</a:t>
            </a:r>
          </a:p>
          <a:p>
            <a:r>
              <a:rPr sz="2400" dirty="0"/>
              <a:t>Converts text data into numerical vectors</a:t>
            </a:r>
          </a:p>
          <a:p>
            <a:r>
              <a:rPr sz="2400" dirty="0"/>
              <a:t>Cosine Similarity measures similarity between movies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375" y="267299"/>
            <a:ext cx="6347713" cy="1320800"/>
          </a:xfrm>
        </p:spPr>
        <p:txBody>
          <a:bodyPr>
            <a:normAutofit/>
          </a:bodyPr>
          <a:lstStyle/>
          <a:p>
            <a:pPr algn="ctr"/>
            <a:r>
              <a:rPr sz="5400" dirty="0"/>
              <a:t>Results </a:t>
            </a:r>
            <a:r>
              <a:rPr lang="en-US" sz="5400" dirty="0"/>
              <a:t>and</a:t>
            </a:r>
            <a:r>
              <a:rPr sz="5400" dirty="0"/>
              <a:t>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374" y="1288305"/>
            <a:ext cx="6347714" cy="4281390"/>
          </a:xfrm>
        </p:spPr>
        <p:txBody>
          <a:bodyPr>
            <a:normAutofit/>
          </a:bodyPr>
          <a:lstStyle/>
          <a:p>
            <a:r>
              <a:rPr sz="1600" dirty="0"/>
              <a:t>System recommends movies similar to input movie</a:t>
            </a:r>
          </a:p>
          <a:p>
            <a:r>
              <a:rPr sz="1600" dirty="0"/>
              <a:t>Recommended movies based on genre and title similarity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2FFE1A-917F-2547-384C-12CEE7CAA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7" y="2074606"/>
            <a:ext cx="4503175" cy="46309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B0E6F5-49A8-2D6F-98B3-79F94B9AD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142" y="2074606"/>
            <a:ext cx="4229843" cy="46309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4000" dirty="0"/>
              <a:t>Conclusion </a:t>
            </a:r>
            <a:r>
              <a:rPr lang="en-US" sz="4000" dirty="0"/>
              <a:t>and</a:t>
            </a:r>
            <a:r>
              <a:rPr sz="4000" dirty="0"/>
              <a:t>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Successfully implemented content-based recommendation system</a:t>
            </a:r>
          </a:p>
          <a:p>
            <a:r>
              <a:rPr sz="2400" dirty="0"/>
              <a:t>Provides relevant movie suggestions</a:t>
            </a:r>
          </a:p>
          <a:p>
            <a:r>
              <a:rPr sz="2400" dirty="0"/>
              <a:t>Future scope: add ratings, hybrid models, web interface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208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Movie Recommendation System</vt:lpstr>
      <vt:lpstr>Introduction</vt:lpstr>
      <vt:lpstr>Problem Statement</vt:lpstr>
      <vt:lpstr>Objectives</vt:lpstr>
      <vt:lpstr>Dataset Description</vt:lpstr>
      <vt:lpstr>Technology Stack</vt:lpstr>
      <vt:lpstr>Methodology</vt:lpstr>
      <vt:lpstr>Algorithm Used</vt:lpstr>
      <vt:lpstr>Results and Output</vt:lpstr>
      <vt:lpstr>Conclusion and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Shruti Mogaveera</cp:lastModifiedBy>
  <cp:revision>4</cp:revision>
  <dcterms:created xsi:type="dcterms:W3CDTF">2013-01-27T09:14:16Z</dcterms:created>
  <dcterms:modified xsi:type="dcterms:W3CDTF">2026-02-10T06:51:49Z</dcterms:modified>
  <cp:category/>
</cp:coreProperties>
</file>